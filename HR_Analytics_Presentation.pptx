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12188952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632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Change of Data Scientists — Power BI Dashboard Project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7548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21,287 candidates analyzed  |  Python data prep + Power BI  |  September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417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Scope: 3 Files, 1 Unified Dataset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548640" cy="54864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Power BI Data Model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548640" cy="54864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246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Who Is Looking to Change Jobs?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548640" cy="54864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160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 (4 Pages)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" y="5029200"/>
            <a:ext cx="548640" cy="54864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5074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— Job Change of Data Scientists | Power BI Project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Project, Three Files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aug_train.csv + aug_test.csv + sample_submission.csv, unified for Power BI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5669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files form a single HR analytics initiative: labeled training data, an unlabeled test set, and a prediction template. All were combined in Python into one Power BI-ready star schema, enabling a single interactive dashboard covering the full candidate pool.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92240" y="128016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EAF1F8"/>
          </a:solidFill>
          <a:ln w="12700">
            <a:solidFill>
              <a:srgbClr val="BFD6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38988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19,158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057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Rows (Labeled)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0" y="128016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EAF1F8"/>
          </a:solidFill>
          <a:ln w="12700">
            <a:solidFill>
              <a:srgbClr val="BFD6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0" y="138988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2,129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0" y="2057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Rows (Unlabeled)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283464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EAF1F8"/>
          </a:solidFill>
          <a:ln w="12700">
            <a:solidFill>
              <a:srgbClr val="BFD6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294436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611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0" y="283464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EAF1F8"/>
          </a:solidFill>
          <a:ln w="12700">
            <a:solidFill>
              <a:srgbClr val="BFD6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0" y="294436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24.9%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0" y="3611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Job-Change Intent Rate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— Job Change of Data Scientists | Power BI Project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Data Model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schema: 1 fact table + 4 dimension tables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480560" y="237744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2E5C8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480560" y="23774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Fact_Candidates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(21,287 rows x 23 cols)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5486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548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42062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42062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Dim_Education_Sort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052560" y="5486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052560" y="548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Dim_Experience_Sort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42062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52560" y="42062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Dim_CompanySize_Sort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2971800"/>
            <a:ext cx="128016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200400" y="2971800"/>
            <a:ext cx="1280160" cy="1234440"/>
          </a:xfrm>
          <a:prstGeom prst="line">
            <a:avLst/>
          </a:prstGeom>
          <a:noFill/>
          <a:ln w="19050">
            <a:solidFill>
              <a:srgbClr val="999999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680960" y="2971800"/>
            <a:ext cx="137160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7680960" y="2971800"/>
            <a:ext cx="1371600" cy="1234440"/>
          </a:xfrm>
          <a:prstGeom prst="line">
            <a:avLst/>
          </a:prstGeom>
          <a:noFill/>
          <a:ln w="19050">
            <a:solidFill>
              <a:srgbClr val="999999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in Python (01_prepare_powerbi_data.py) and imported via Get Data &gt; Excel Workbook. 15+ DAX measures and full setup guide included.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— Job Change of Data Scientists | Power BI Project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1 in 4 Candidates Intend to Change Jobs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Job-change intent rate: 24.9% (training data)</a:t>
            </a:r>
            <a:endParaRPr lang="en-US" sz="1300" dirty="0"/>
          </a:p>
        </p:txBody>
      </p:sp>
      <p:pic>
        <p:nvPicPr>
          <p:cNvPr id="5" name="Image 0" descr="/home/claude/work/project2_hr/charts/01_targe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188720"/>
            <a:ext cx="4846320" cy="4297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— Job Change of Data Scientists | Power BI Project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Experience Is the Clearest Differentiator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33.8% vs 21.5% job-change intent rate</a:t>
            </a:r>
            <a:endParaRPr lang="en-US" sz="1300" dirty="0"/>
          </a:p>
        </p:txBody>
      </p:sp>
      <p:pic>
        <p:nvPicPr>
          <p:cNvPr id="5" name="Image 0" descr="/home/claude/work/project2_hr/charts/02_attrition_by_experi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88720"/>
            <a:ext cx="5120640" cy="4297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0" y="228600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without relevant professional experience are roughly 1.6x more likely to be actively job-seeking than experienced peers — the single clearest behavioral split in the data.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— Job Change of Data Scientists | Power BI Project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Development Index: the Strongest Predictor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job-change intent: r = -0.342</a:t>
            </a:r>
            <a:endParaRPr lang="en-US" sz="1300" dirty="0"/>
          </a:p>
        </p:txBody>
      </p:sp>
      <p:pic>
        <p:nvPicPr>
          <p:cNvPr id="5" name="Image 0" descr="/home/claude/work/project2_hr/charts/05_attrition_by_cd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188720"/>
            <a:ext cx="7406640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— Job Change of Data Scientists | Power BI Project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Attrition Drivers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company size, and tenure since last job change</a:t>
            </a:r>
            <a:endParaRPr lang="en-US" sz="1300" dirty="0"/>
          </a:p>
        </p:txBody>
      </p:sp>
      <p:pic>
        <p:nvPicPr>
          <p:cNvPr id="5" name="Image 0" descr="/home/claude/work/project2_hr/charts/03_attrition_by_edu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3931920" cy="2743200"/>
          </a:xfrm>
          <a:prstGeom prst="rect">
            <a:avLst/>
          </a:prstGeom>
        </p:spPr>
      </p:pic>
      <p:pic>
        <p:nvPicPr>
          <p:cNvPr id="6" name="Image 1" descr="/home/claude/work/project2_hr/charts/04_attrition_by_company_siz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188720"/>
            <a:ext cx="3931920" cy="2743200"/>
          </a:xfrm>
          <a:prstGeom prst="rect">
            <a:avLst/>
          </a:prstGeom>
        </p:spPr>
      </p:pic>
      <p:pic>
        <p:nvPicPr>
          <p:cNvPr id="7" name="Image 2" descr="/home/claude/work/project2_hr/charts/10_attrition_by_last_new_jo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188720"/>
            <a:ext cx="3657600" cy="2743200"/>
          </a:xfrm>
          <a:prstGeom prst="rect">
            <a:avLst/>
          </a:prstGeom>
        </p:spPr>
      </p:pic>
      <p:pic>
        <p:nvPicPr>
          <p:cNvPr id="8" name="Image 3" descr="/home/claude/work/project2_hr/charts/06_attrition_by_experience_yea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" y="4023360"/>
            <a:ext cx="7772400" cy="2514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— Job Change of Data Scientists | Power BI Project</a:t>
            </a:r>
            <a:endParaRPr lang="en-US" sz="900" dirty="0"/>
          </a:p>
        </p:txBody>
      </p:sp>
      <p:sp>
        <p:nvSpPr>
          <p:cNvPr id="10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Hours Are Not a Strong Retention Signal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job-change intent: r = -0.022</a:t>
            </a:r>
            <a:endParaRPr lang="en-US" sz="1300" dirty="0"/>
          </a:p>
        </p:txBody>
      </p:sp>
      <p:pic>
        <p:nvPicPr>
          <p:cNvPr id="5" name="Image 0" descr="/home/claude/work/project2_hr/charts/07_training_hours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1280160"/>
            <a:ext cx="6309360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— Job Change of Data Scientists | Power BI Project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Sourcing Is Geographically Concentrated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city_103 leads with 4,828 candidates</a:t>
            </a:r>
            <a:endParaRPr lang="en-US" sz="1300" dirty="0"/>
          </a:p>
        </p:txBody>
      </p:sp>
      <p:pic>
        <p:nvPicPr>
          <p:cNvPr id="5" name="Image 0" descr="/home/claude/work/project2_hr/charts/08_top_cit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188720"/>
            <a:ext cx="7406640" cy="4572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— Job Change of Data Scientists | Power BI Project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 — 4 Pages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2E5C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Executive Overview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job-change intent donut, train/test split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E67E2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1554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Candidate Demographics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1031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education, discipline, top cities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2E5C8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749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Attrition Drivers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2976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Experience, CDI, company size, tenure — the risk factors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56616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E67E2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3749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City Deep-Dive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2976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 table + city-level filtering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— Job Change of Data Scientists | Power BI Project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" cy="13716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3716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/ HR Teams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candidates lacking relevant experience in low-development cities for retention outreach; use the City Deep-Dive page to localize efforts.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109728" cy="13716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718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Providers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29718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targeted upskilling tracks for high-risk segments; training volume alone will not predict who stays.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109728" cy="13716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5720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Teams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45720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via the Python pipeline as new cohorts arrive; the cleaned fact table is also ML-ready for a future prediction model.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— Job Change of Data Scientists | Power BI Project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46120"/>
            <a:ext cx="12188952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4688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29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 |  Power BI file, DAX measures &amp; setup guide available alongside this deck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2026-09-03T08:26:01Z</dcterms:created>
  <dcterms:modified xsi:type="dcterms:W3CDTF">2026-09-03T08:26:01Z</dcterms:modified>
</cp:coreProperties>
</file>